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8f9f1d334428b" /><Relationship Type="http://schemas.openxmlformats.org/officeDocument/2006/relationships/extended-properties" Target="/docProps/app.xml" Id="R3ca6c238bca043e6" /><Relationship Type="http://schemas.openxmlformats.org/officeDocument/2006/relationships/officeDocument" Target="/ppt/presentation.xml" Id="R2df0d2a19601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d1c1857da447f"/>
  </p:sldMasterIdLst>
  <p:notesMasterIdLst>
    <p:notesMasterId xmlns:r="http://schemas.openxmlformats.org/officeDocument/2006/relationships" r:id="R1a97afefbc9b4271"/>
  </p:notesMasterIdLst>
  <p:sldIdLst>
    <p:sldId xmlns:r="http://schemas.openxmlformats.org/officeDocument/2006/relationships" id="256" r:id="R870599e3319b498c"/>
  </p:sldIdLst>
  <p:sldSz cx="21599525" cy="32399288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65f1c98cd4c50" /><Relationship Type="http://schemas.openxmlformats.org/officeDocument/2006/relationships/slideMaster" Target="/ppt/slideMasters/slideMaster1.xml" Id="R238d1c1857da447f" /><Relationship Type="http://schemas.openxmlformats.org/officeDocument/2006/relationships/notesMaster" Target="/ppt/notesMasters/notesMaster1.xml" Id="R1a97afefbc9b4271" /><Relationship Type="http://schemas.openxmlformats.org/officeDocument/2006/relationships/presProps" Target="/ppt/presProps.xml" Id="Rbbc288220a8f47b8" /><Relationship Type="http://schemas.openxmlformats.org/officeDocument/2006/relationships/viewProps" Target="/ppt/viewProps.xml" Id="R281d917067404204" /><Relationship Type="http://schemas.openxmlformats.org/officeDocument/2006/relationships/tableStyles" Target="/ppt/tableStyles.xml" Id="R6db733cba9d74709" /><Relationship Type="http://schemas.openxmlformats.org/officeDocument/2006/relationships/slide" Target="/ppt/slides/slide1.xml" Id="R870599e3319b49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83f92e595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2a28686d940a0" /><Relationship Type="http://schemas.openxmlformats.org/officeDocument/2006/relationships/notesMaster" Target="/ppt/notesMasters/notesMaster1.xml" Id="Rc16b472d1de445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77dad6d034b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6e56a3b2847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0222bc29142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4dcdfdce6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888b49f484d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feef4237149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7c5f6223a4c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3b89d34c544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d85f0269443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f21471a0b451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256204ca8416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013928-AC9E-4B7E-8DF4-30192601C3C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9965" y="5302386"/>
            <a:ext cx="18359596" cy="11279752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14173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174054-0348-47AA-B51F-ABC745A9BB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99941" y="17017128"/>
            <a:ext cx="16199644" cy="782232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D381BB-1354-4E92-9E3A-67758C66A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C83FDA-D4E7-4273-AEA8-3DB6EB4E57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6AA9C5-1994-4BD2-9F25-DF60A92180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C8218B-B998-41C0-96B8-8C3B8DC32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67E521-B88C-4E6C-9304-9DE94030C9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189945-F142-4D2A-9931-299824C297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EFFBC7-E184-4DC0-BCC4-1847102CEE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79222A-336A-41DB-B19B-E13B0A77D7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A0581-65ED-4E44-AA04-B359253B4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73719" y="8077332"/>
            <a:ext cx="18629590" cy="13477201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173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F0C937-B2C9-4F92-B0BC-7F694CBB84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73719" y="21682033"/>
            <a:ext cx="18629590" cy="708734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D18D5C-4760-47F4-AA62-E3C57AD3E4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C6F909-2865-4E90-B97C-4BBDB1E2BE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08393-2748-4260-9BA4-DC5365E3D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8D404D-1D74-4820-8F7D-22DFFA0A2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0E6A4F-F39A-4359-91D3-937EE4E90C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84967" y="8624810"/>
            <a:ext cx="9179798" cy="2055705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BC00B1-7E7B-4FB7-B9BE-CB9326C7ED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934760" y="8624810"/>
            <a:ext cx="9179798" cy="2055705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BB857FC-C07A-46B5-A8B1-AD6BCB8EA0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07A5E5-3317-4311-BD69-BCECDCAFE6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F8A750B-5484-4782-B10C-323E39ADC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12800C-0F66-4BD2-B8A8-7CFE36137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7781" y="1724969"/>
            <a:ext cx="18629590" cy="62623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1C2539-AFFB-4B16-B04E-EE6EFFBBC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7783" y="7942328"/>
            <a:ext cx="9137610" cy="38924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22FE662-9B6C-4457-A49C-EAACB6413F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87783" y="11834740"/>
            <a:ext cx="9137610" cy="1740712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51D3B71-DB8E-4743-A18D-D6DA890B4C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0934761" y="7942328"/>
            <a:ext cx="9182611" cy="38924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1F6F884-9479-4F55-A963-A44CEC37887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934761" y="11834740"/>
            <a:ext cx="9182611" cy="1740712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315642F-74FF-4EBD-9C7C-BBE5C3E75F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A17F445-F639-4B88-8FBF-62E3BABF3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A499433-CED4-4585-AE65-2420C02BC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EE391-042C-4C94-A4F7-EE76BE626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B59CC9-7A9A-4975-92B8-F95857687D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233BCA2-45F8-4D91-BA63-55D242869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3B053C-41F8-4157-A401-9C295086C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D255F22-CFE9-4427-94F9-6E1DB67683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E93D4F-A9D4-4AAC-814B-87E40312D8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1745485-772F-4151-B7A7-436E41000B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53855F-B4C1-487F-B9F8-F7FCE6FE2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7781" y="2159952"/>
            <a:ext cx="6966409" cy="755983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7559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2BF02E-85AD-467D-BFFD-9E79E322E9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82611" y="4664905"/>
            <a:ext cx="10934760" cy="2302449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59"/>
            </a:lvl1pPr>
            <a:lvl2pPr>
              <a:buNone/>
              <a:defRPr sz="6614"/>
            </a:lvl2pPr>
            <a:lvl3pPr>
              <a:buNone/>
              <a:defRPr sz="5669"/>
            </a:lvl3pPr>
            <a:lvl4pPr>
              <a:buNone/>
              <a:defRPr sz="4724"/>
            </a:lvl4pPr>
            <a:lvl5pPr>
              <a:buNone/>
              <a:defRPr sz="4724"/>
            </a:lvl5pPr>
            <a:lvl6pPr>
              <a:buNone/>
              <a:defRPr sz="4724"/>
            </a:lvl6pPr>
            <a:lvl7pPr>
              <a:buNone/>
              <a:defRPr sz="4724"/>
            </a:lvl7pPr>
            <a:lvl8pPr>
              <a:buNone/>
              <a:defRPr sz="4724"/>
            </a:lvl8pPr>
            <a:lvl9pPr>
              <a:buNone/>
              <a:defRPr sz="4724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6D8204-27CD-4822-BA9B-D9831CE36F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87781" y="9719786"/>
            <a:ext cx="6966409" cy="180071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B79122-A3F2-4463-BB28-7B427ED090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425EA2-87EE-4791-8021-AACE3B25D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D62B99B-CD4E-47E7-930A-A093F83942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4CDFDF-6B76-4930-B4E3-4809F6E42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7781" y="2159952"/>
            <a:ext cx="6966409" cy="755983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7559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14C6274-86C8-4590-908C-0768C91E65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182611" y="4664905"/>
            <a:ext cx="10934760" cy="2302449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 xmlns:a="http://schemas.openxmlformats.org/drawingml/2006/main"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07379E-1255-408D-BF90-F11D882BA6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87781" y="9719786"/>
            <a:ext cx="6966409" cy="180071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95D2B2-884A-4D2A-8577-F35C32AE1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8B9341-0F8E-4254-B722-C5219CAE1F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803677-8C29-452A-A419-C3D2C959AA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BAF44D-B9DC-45C9-AA35-6F6AA75D2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38AF6A-2F20-4910-B8E1-E79BAE1514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57643C-CCE6-4D15-BE08-2B8F33EDE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7E9440-FFA1-4521-A498-CAFF35D411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1A9EF5-6645-4D6A-8998-CF41956303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AC6C03C-8CCA-42FB-B316-99E1BC347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457161" y="1724962"/>
            <a:ext cx="4657398" cy="2745689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245333-C61F-4E6D-A99E-91B702430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968" y="1724962"/>
            <a:ext cx="13702199" cy="2745689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67CF3C-849C-4305-84CA-E7BE6D4BD8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8EAA28-2E48-42CC-BA5F-3763A1EEC6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BF897-DED8-4891-BA30-85960F966A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41b3365629431b" /><Relationship Type="http://schemas.openxmlformats.org/officeDocument/2006/relationships/slideLayout" Target="/ppt/slideLayouts/slideLayout1.xml" Id="Rde859b60abbf4d7f" /><Relationship Type="http://schemas.openxmlformats.org/officeDocument/2006/relationships/slideLayout" Target="/ppt/slideLayouts/slideLayout2.xml" Id="R626669127ebe461d" /><Relationship Type="http://schemas.openxmlformats.org/officeDocument/2006/relationships/slideLayout" Target="/ppt/slideLayouts/slideLayout3.xml" Id="R589d9d8574454715" /><Relationship Type="http://schemas.openxmlformats.org/officeDocument/2006/relationships/slideLayout" Target="/ppt/slideLayouts/slideLayout4.xml" Id="R3af8fe8e9f4e495a" /><Relationship Type="http://schemas.openxmlformats.org/officeDocument/2006/relationships/slideLayout" Target="/ppt/slideLayouts/slideLayout5.xml" Id="Rd669e4dda5c94ef1" /><Relationship Type="http://schemas.openxmlformats.org/officeDocument/2006/relationships/slideLayout" Target="/ppt/slideLayouts/slideLayout6.xml" Id="R33940c459db043ba" /><Relationship Type="http://schemas.openxmlformats.org/officeDocument/2006/relationships/slideLayout" Target="/ppt/slideLayouts/slideLayout7.xml" Id="R2cbf81e923f64011" /><Relationship Type="http://schemas.openxmlformats.org/officeDocument/2006/relationships/slideLayout" Target="/ppt/slideLayouts/slideLayout8.xml" Id="R9127d388938942d6" /><Relationship Type="http://schemas.openxmlformats.org/officeDocument/2006/relationships/slideLayout" Target="/ppt/slideLayouts/slideLayout9.xml" Id="R5efb9c1e9e204d1e" /><Relationship Type="http://schemas.openxmlformats.org/officeDocument/2006/relationships/slideLayout" Target="/ppt/slideLayouts/slideLayout10.xml" Id="R519eb192dedb4d1d" /><Relationship Type="http://schemas.openxmlformats.org/officeDocument/2006/relationships/slideLayout" Target="/ppt/slideLayouts/slideLayout11.xml" Id="Rf291099c49814e2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C55CBF8-F7A6-489E-92A6-54C20006A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4968" y="1724969"/>
            <a:ext cx="18629590" cy="6262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CAAAD1-151D-4C05-9001-5C3CB64C16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968" y="8624810"/>
            <a:ext cx="18629590" cy="205570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0F0404-4DE6-48A5-A497-B2EFA01602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484967" y="30029347"/>
            <a:ext cx="4859893" cy="1724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727CDBC-6DDD-8E4B-B291-75E1164FEC08}" type="datetimeFigureOut">
              <a:t>2026/7/15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04307B-4EA5-4BD2-A860-1DDA2FC493B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154843" y="30029347"/>
            <a:ext cx="7289840" cy="1724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16D088-782F-4FA1-AA48-0B2FF377F0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5254665" y="30029347"/>
            <a:ext cx="4859893" cy="1724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2BDA55F-8BAA-6347-BE02-3806C2C7011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59b60abbf4d7f"/>
    <p:sldLayoutId xmlns:r="http://schemas.openxmlformats.org/officeDocument/2006/relationships" id="2147483650" r:id="R626669127ebe461d"/>
    <p:sldLayoutId xmlns:r="http://schemas.openxmlformats.org/officeDocument/2006/relationships" id="2147483651" r:id="R589d9d8574454715"/>
    <p:sldLayoutId xmlns:r="http://schemas.openxmlformats.org/officeDocument/2006/relationships" id="2147483652" r:id="R3af8fe8e9f4e495a"/>
    <p:sldLayoutId xmlns:r="http://schemas.openxmlformats.org/officeDocument/2006/relationships" id="2147483653" r:id="Rd669e4dda5c94ef1"/>
    <p:sldLayoutId xmlns:r="http://schemas.openxmlformats.org/officeDocument/2006/relationships" id="2147483654" r:id="R33940c459db043ba"/>
    <p:sldLayoutId xmlns:r="http://schemas.openxmlformats.org/officeDocument/2006/relationships" id="2147483655" r:id="R2cbf81e923f64011"/>
    <p:sldLayoutId xmlns:r="http://schemas.openxmlformats.org/officeDocument/2006/relationships" id="2147483656" r:id="R9127d388938942d6"/>
    <p:sldLayoutId xmlns:r="http://schemas.openxmlformats.org/officeDocument/2006/relationships" id="2147483657" r:id="R5efb9c1e9e204d1e"/>
    <p:sldLayoutId xmlns:r="http://schemas.openxmlformats.org/officeDocument/2006/relationships" id="2147483658" r:id="R519eb192dedb4d1d"/>
    <p:sldLayoutId xmlns:r="http://schemas.openxmlformats.org/officeDocument/2006/relationships" id="2147483659" r:id="Rf291099c49814e26"/>
  </p:sldLayoutIdLst>
  <p:txStyles>
    <p:titleStyle>
      <a:lvl1pPr xmlns:a="http://schemas.openxmlformats.org/drawingml/2006/main" algn="l">
        <a:lnSpc>
          <a:spcPct val="90000"/>
        </a:lnSpc>
        <a:buNone/>
        <a:defRPr sz="10394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539999" indent="-539999" algn="l">
        <a:lnSpc>
          <a:spcPct val="90000"/>
        </a:lnSpc>
        <a:spcBef>
          <a:spcPts val="2362"/>
        </a:spcBef>
        <a:buChar char="•"/>
        <a:defRPr sz="6614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19997" indent="-539999" algn="l">
        <a:lnSpc>
          <a:spcPct val="90000"/>
        </a:lnSpc>
        <a:spcBef>
          <a:spcPts val="1181"/>
        </a:spcBef>
        <a:buChar char="•"/>
        <a:defRPr sz="5669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699995" indent="-539999" algn="l">
        <a:lnSpc>
          <a:spcPct val="90000"/>
        </a:lnSpc>
        <a:spcBef>
          <a:spcPts val="1181"/>
        </a:spcBef>
        <a:buChar char="•"/>
        <a:defRPr sz="4724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779992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859990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939988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7019986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8099984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9179982" indent="-539999" algn="l">
        <a:lnSpc>
          <a:spcPct val="90000"/>
        </a:lnSpc>
        <a:spcBef>
          <a:spcPts val="1181"/>
        </a:spcBef>
        <a:buChar char="•"/>
        <a:defRPr sz="4252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79998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59996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239994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319991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399989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479987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7559985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8639983" algn="l">
        <a:buNone/>
        <a:defRPr sz="4252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5b3e11f5d478a" /><Relationship Type="http://schemas.openxmlformats.org/officeDocument/2006/relationships/image" Target="/ppt/media/image.png" Id="R20ab0aec1bd84e51" /><Relationship Type="http://schemas.openxmlformats.org/officeDocument/2006/relationships/notesSlide" Target="/ppt/notesSlides/notesSlide1.xml" Id="R185307786d944d5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0ab0aec1bd84e5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36738827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2026-07-15T09:15:51.3760000Z</dcterms:created>
  <dcterms:modified xsi:type="dcterms:W3CDTF">2026-07-15T09:15:51.3760000Z</dcterms:modified>
</coreProperties>
</file>