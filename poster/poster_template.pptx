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21599525" cy="3239897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965" y="5302386"/>
            <a:ext cx="18359596" cy="11279752"/>
          </a:xfrm>
        </p:spPr>
        <p:txBody>
          <a:bodyPr anchor="b"/>
          <a:lstStyle>
            <a:lvl1pPr algn="ctr">
              <a:buNone/>
              <a:defRPr sz="14175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17017128"/>
            <a:ext cx="16199644" cy="7822326"/>
          </a:xfrm>
        </p:spPr>
        <p:txBody>
          <a:bodyPr/>
          <a:lstStyle>
            <a:lvl1pPr marL="0" indent="0" algn="ctr">
              <a:buNone/>
              <a:defRPr sz="5670"/>
            </a:lvl1pPr>
            <a:lvl2pPr marL="1080135" indent="0" algn="ctr">
              <a:buNone/>
              <a:defRPr sz="4725"/>
            </a:lvl2pPr>
            <a:lvl3pPr marL="2160270" indent="0" algn="ctr">
              <a:buNone/>
              <a:defRPr sz="4250"/>
            </a:lvl3pPr>
            <a:lvl4pPr marL="3239770" indent="0" algn="ctr">
              <a:buNone/>
              <a:defRPr sz="3780"/>
            </a:lvl4pPr>
            <a:lvl5pPr marL="4319905" indent="0" algn="ctr">
              <a:buNone/>
              <a:defRPr sz="3780"/>
            </a:lvl5pPr>
            <a:lvl6pPr marL="5400040" indent="0" algn="ctr">
              <a:buNone/>
              <a:defRPr sz="3780"/>
            </a:lvl6pPr>
            <a:lvl7pPr marL="6480175" indent="0" algn="ctr">
              <a:buNone/>
              <a:defRPr sz="3780"/>
            </a:lvl7pPr>
            <a:lvl8pPr marL="7559675" indent="0" algn="ctr">
              <a:buNone/>
              <a:defRPr sz="3780"/>
            </a:lvl8pPr>
            <a:lvl9pPr marL="8639810" indent="0" algn="ctr">
              <a:buNone/>
              <a:defRPr sz="378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27CDBC-6DDD-8E4B-B291-75E1164FEC08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BDA55F-8BAA-6347-BE02-3806C2C7011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27CDBC-6DDD-8E4B-B291-75E1164FEC08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BDA55F-8BAA-6347-BE02-3806C2C7011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9" y="8077332"/>
            <a:ext cx="18629590" cy="13477201"/>
          </a:xfrm>
        </p:spPr>
        <p:txBody>
          <a:bodyPr anchor="b"/>
          <a:lstStyle>
            <a:lvl1pPr>
              <a:buNone/>
              <a:defRPr sz="14175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9" y="21682033"/>
            <a:ext cx="18629590" cy="7087342"/>
          </a:xfrm>
        </p:spPr>
        <p:txBody>
          <a:bodyPr/>
          <a:lstStyle>
            <a:lvl1pPr marL="0" indent="0">
              <a:buNone/>
              <a:defRPr sz="5670">
                <a:solidFill>
                  <a:schemeClr val="tx1">
                    <a:tint val="82000"/>
                  </a:schemeClr>
                </a:solidFill>
              </a:defRPr>
            </a:lvl1pPr>
            <a:lvl2pPr marL="1080135" indent="0">
              <a:buNone/>
              <a:defRPr sz="4725">
                <a:solidFill>
                  <a:schemeClr val="tx1">
                    <a:tint val="82000"/>
                  </a:schemeClr>
                </a:solidFill>
              </a:defRPr>
            </a:lvl2pPr>
            <a:lvl3pPr marL="2160270" indent="0">
              <a:buNone/>
              <a:defRPr sz="4250">
                <a:solidFill>
                  <a:schemeClr val="tx1">
                    <a:tint val="82000"/>
                  </a:schemeClr>
                </a:solidFill>
              </a:defRPr>
            </a:lvl3pPr>
            <a:lvl4pPr marL="3239770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4pPr>
            <a:lvl5pPr marL="4319905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5pPr>
            <a:lvl6pPr marL="5400040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6pPr>
            <a:lvl7pPr marL="6480175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7pPr>
            <a:lvl8pPr marL="7559675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8pPr>
            <a:lvl9pPr marL="8639810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27CDBC-6DDD-8E4B-B291-75E1164FEC08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BDA55F-8BAA-6347-BE02-3806C2C7011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967" y="8624810"/>
            <a:ext cx="9179798" cy="20557051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10934760" y="8624810"/>
            <a:ext cx="9179798" cy="20557051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27CDBC-6DDD-8E4B-B291-75E1164FEC08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BDA55F-8BAA-6347-BE02-3806C2C7011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1724969"/>
            <a:ext cx="18629590" cy="6262365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3" y="7942328"/>
            <a:ext cx="9137610" cy="3892412"/>
          </a:xfrm>
        </p:spPr>
        <p:txBody>
          <a:bodyPr anchor="b"/>
          <a:lstStyle>
            <a:lvl1pPr marL="0" indent="0">
              <a:buNone/>
              <a:defRPr sz="5670" b="1"/>
            </a:lvl1pPr>
            <a:lvl2pPr marL="1080135" indent="0">
              <a:buNone/>
              <a:defRPr sz="4725" b="1"/>
            </a:lvl2pPr>
            <a:lvl3pPr marL="2160270" indent="0">
              <a:buNone/>
              <a:defRPr sz="4250" b="1"/>
            </a:lvl3pPr>
            <a:lvl4pPr marL="3239770" indent="0">
              <a:buNone/>
              <a:defRPr sz="3780" b="1"/>
            </a:lvl4pPr>
            <a:lvl5pPr marL="4319905" indent="0">
              <a:buNone/>
              <a:defRPr sz="3780" b="1"/>
            </a:lvl5pPr>
            <a:lvl6pPr marL="5400040" indent="0">
              <a:buNone/>
              <a:defRPr sz="3780" b="1"/>
            </a:lvl6pPr>
            <a:lvl7pPr marL="6480175" indent="0">
              <a:buNone/>
              <a:defRPr sz="3780" b="1"/>
            </a:lvl7pPr>
            <a:lvl8pPr marL="7559675" indent="0">
              <a:buNone/>
              <a:defRPr sz="3780" b="1"/>
            </a:lvl8pPr>
            <a:lvl9pPr marL="8639810" indent="0">
              <a:buNone/>
              <a:defRPr sz="378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1487783" y="11834740"/>
            <a:ext cx="9137610" cy="17407120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10934761" y="7942328"/>
            <a:ext cx="9182611" cy="3892412"/>
          </a:xfrm>
        </p:spPr>
        <p:txBody>
          <a:bodyPr anchor="b"/>
          <a:lstStyle>
            <a:lvl1pPr marL="0" indent="0">
              <a:buNone/>
              <a:defRPr sz="5670" b="1"/>
            </a:lvl1pPr>
            <a:lvl2pPr marL="1080135" indent="0">
              <a:buNone/>
              <a:defRPr sz="4725" b="1"/>
            </a:lvl2pPr>
            <a:lvl3pPr marL="2160270" indent="0">
              <a:buNone/>
              <a:defRPr sz="4250" b="1"/>
            </a:lvl3pPr>
            <a:lvl4pPr marL="3239770" indent="0">
              <a:buNone/>
              <a:defRPr sz="3780" b="1"/>
            </a:lvl4pPr>
            <a:lvl5pPr marL="4319905" indent="0">
              <a:buNone/>
              <a:defRPr sz="3780" b="1"/>
            </a:lvl5pPr>
            <a:lvl6pPr marL="5400040" indent="0">
              <a:buNone/>
              <a:defRPr sz="3780" b="1"/>
            </a:lvl6pPr>
            <a:lvl7pPr marL="6480175" indent="0">
              <a:buNone/>
              <a:defRPr sz="3780" b="1"/>
            </a:lvl7pPr>
            <a:lvl8pPr marL="7559675" indent="0">
              <a:buNone/>
              <a:defRPr sz="3780" b="1"/>
            </a:lvl8pPr>
            <a:lvl9pPr marL="8639810" indent="0">
              <a:buNone/>
              <a:defRPr sz="378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>
          <a:xfrm>
            <a:off x="10934761" y="11834740"/>
            <a:ext cx="9182611" cy="17407120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27CDBC-6DDD-8E4B-B291-75E1164FEC08}" type="datetimeFigureOut">
              <a:rPr/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BDA55F-8BAA-6347-BE02-3806C2C7011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27CDBC-6DDD-8E4B-B291-75E1164FEC08}" type="datetimeFigureOut">
              <a:rPr/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BDA55F-8BAA-6347-BE02-3806C2C7011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27CDBC-6DDD-8E4B-B291-75E1164FEC08}" type="datetimeFigureOut">
              <a:rPr/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BDA55F-8BAA-6347-BE02-3806C2C7011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159952"/>
            <a:ext cx="6966409" cy="7559834"/>
          </a:xfrm>
        </p:spPr>
        <p:txBody>
          <a:bodyPr anchor="b"/>
          <a:lstStyle>
            <a:lvl1pPr>
              <a:buNone/>
              <a:defRPr sz="756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4664905"/>
            <a:ext cx="10934760" cy="23024494"/>
          </a:xfrm>
        </p:spPr>
        <p:txBody>
          <a:bodyPr/>
          <a:lstStyle>
            <a:lvl1pPr>
              <a:buNone/>
              <a:defRPr sz="7560"/>
            </a:lvl1pPr>
            <a:lvl2pPr>
              <a:buNone/>
              <a:defRPr sz="6615"/>
            </a:lvl2pPr>
            <a:lvl3pPr>
              <a:buNone/>
              <a:defRPr sz="5670"/>
            </a:lvl3pPr>
            <a:lvl4pPr>
              <a:buNone/>
              <a:defRPr sz="4725"/>
            </a:lvl4pPr>
            <a:lvl5pPr>
              <a:buNone/>
              <a:defRPr sz="4725"/>
            </a:lvl5pPr>
            <a:lvl6pPr>
              <a:buNone/>
              <a:defRPr sz="4725"/>
            </a:lvl6pPr>
            <a:lvl7pPr>
              <a:buNone/>
              <a:defRPr sz="4725"/>
            </a:lvl7pPr>
            <a:lvl8pPr>
              <a:buNone/>
              <a:defRPr sz="4725"/>
            </a:lvl8pPr>
            <a:lvl9pPr>
              <a:buNone/>
              <a:defRPr sz="4725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487781" y="9719786"/>
            <a:ext cx="6966409" cy="18007107"/>
          </a:xfrm>
        </p:spPr>
        <p:txBody>
          <a:bodyPr/>
          <a:lstStyle>
            <a:lvl1pPr marL="0" indent="0">
              <a:buNone/>
              <a:defRPr sz="3780"/>
            </a:lvl1pPr>
            <a:lvl2pPr marL="1080135" indent="0">
              <a:buNone/>
              <a:defRPr sz="3305"/>
            </a:lvl2pPr>
            <a:lvl3pPr marL="2160270" indent="0">
              <a:buNone/>
              <a:defRPr sz="2835"/>
            </a:lvl3pPr>
            <a:lvl4pPr marL="3239770" indent="0">
              <a:buNone/>
              <a:defRPr sz="2360"/>
            </a:lvl4pPr>
            <a:lvl5pPr marL="4319905" indent="0">
              <a:buNone/>
              <a:defRPr sz="2360"/>
            </a:lvl5pPr>
            <a:lvl6pPr marL="5400040" indent="0">
              <a:buNone/>
              <a:defRPr sz="2360"/>
            </a:lvl6pPr>
            <a:lvl7pPr marL="6480175" indent="0">
              <a:buNone/>
              <a:defRPr sz="2360"/>
            </a:lvl7pPr>
            <a:lvl8pPr marL="7559675" indent="0">
              <a:buNone/>
              <a:defRPr sz="2360"/>
            </a:lvl8pPr>
            <a:lvl9pPr marL="8639810" indent="0">
              <a:buNone/>
              <a:defRPr sz="236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27CDBC-6DDD-8E4B-B291-75E1164FEC08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BDA55F-8BAA-6347-BE02-3806C2C7011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159952"/>
            <a:ext cx="6966409" cy="7559834"/>
          </a:xfrm>
        </p:spPr>
        <p:txBody>
          <a:bodyPr anchor="b"/>
          <a:lstStyle>
            <a:lvl1pPr>
              <a:buNone/>
              <a:defRPr sz="756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82611" y="4664905"/>
            <a:ext cx="10934760" cy="23024494"/>
          </a:xfrm>
        </p:spPr>
        <p:txBody>
          <a:bodyPr anchor="t"/>
          <a:lstStyle>
            <a:lvl1pPr marL="0" indent="0">
              <a:buNone/>
              <a:defRPr sz="7560"/>
            </a:lvl1pPr>
            <a:lvl2pPr marL="1080135" indent="0">
              <a:buNone/>
              <a:defRPr sz="6615"/>
            </a:lvl2pPr>
            <a:lvl3pPr marL="2160270" indent="0">
              <a:buNone/>
              <a:defRPr sz="5670"/>
            </a:lvl3pPr>
            <a:lvl4pPr marL="3239770" indent="0">
              <a:buNone/>
              <a:defRPr sz="4725"/>
            </a:lvl4pPr>
            <a:lvl5pPr marL="4319905" indent="0">
              <a:buNone/>
              <a:defRPr sz="4725"/>
            </a:lvl5pPr>
            <a:lvl6pPr marL="5400040" indent="0">
              <a:buNone/>
              <a:defRPr sz="4725"/>
            </a:lvl6pPr>
            <a:lvl7pPr marL="6480175" indent="0">
              <a:buNone/>
              <a:defRPr sz="4725"/>
            </a:lvl7pPr>
            <a:lvl8pPr marL="7559675" indent="0">
              <a:buNone/>
              <a:defRPr sz="4725"/>
            </a:lvl8pPr>
            <a:lvl9pPr marL="8639810" indent="0">
              <a:buNone/>
              <a:defRPr sz="4725"/>
            </a:lvl9pPr>
          </a:lstStyle>
          <a:p>
            <a:r>
              <a:t>单击图标添加图片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487781" y="9719786"/>
            <a:ext cx="6966409" cy="18007107"/>
          </a:xfrm>
        </p:spPr>
        <p:txBody>
          <a:bodyPr/>
          <a:lstStyle>
            <a:lvl1pPr marL="0" indent="0">
              <a:buNone/>
              <a:defRPr sz="3780"/>
            </a:lvl1pPr>
            <a:lvl2pPr marL="1080135" indent="0">
              <a:buNone/>
              <a:defRPr sz="3305"/>
            </a:lvl2pPr>
            <a:lvl3pPr marL="2160270" indent="0">
              <a:buNone/>
              <a:defRPr sz="2835"/>
            </a:lvl3pPr>
            <a:lvl4pPr marL="3239770" indent="0">
              <a:buNone/>
              <a:defRPr sz="2360"/>
            </a:lvl4pPr>
            <a:lvl5pPr marL="4319905" indent="0">
              <a:buNone/>
              <a:defRPr sz="2360"/>
            </a:lvl5pPr>
            <a:lvl6pPr marL="5400040" indent="0">
              <a:buNone/>
              <a:defRPr sz="2360"/>
            </a:lvl6pPr>
            <a:lvl7pPr marL="6480175" indent="0">
              <a:buNone/>
              <a:defRPr sz="2360"/>
            </a:lvl7pPr>
            <a:lvl8pPr marL="7559675" indent="0">
              <a:buNone/>
              <a:defRPr sz="2360"/>
            </a:lvl8pPr>
            <a:lvl9pPr marL="8639810" indent="0">
              <a:buNone/>
              <a:defRPr sz="236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27CDBC-6DDD-8E4B-B291-75E1164FEC08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BDA55F-8BAA-6347-BE02-3806C2C7011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27CDBC-6DDD-8E4B-B291-75E1164FEC08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BDA55F-8BAA-6347-BE02-3806C2C7011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15457161" y="1724962"/>
            <a:ext cx="4657398" cy="27456899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1484968" y="1724962"/>
            <a:ext cx="13702199" cy="27456899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27CDBC-6DDD-8E4B-B291-75E1164FEC08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BDA55F-8BAA-6347-BE02-3806C2C7011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1724969"/>
            <a:ext cx="18629590" cy="626236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8624810"/>
            <a:ext cx="18629590" cy="20557051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2"/>
          </p:nvPr>
        </p:nvSpPr>
        <p:spPr>
          <a:xfrm>
            <a:off x="1484967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27CDBC-6DDD-8E4B-B291-75E1164FEC08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7154843" y="30029347"/>
            <a:ext cx="7289840" cy="1724962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15254665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BDA55F-8BAA-6347-BE02-3806C2C7011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buNone/>
        <a:defRPr sz="10395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539750" indent="-539750" algn="l">
        <a:lnSpc>
          <a:spcPct val="90000"/>
        </a:lnSpc>
        <a:spcBef>
          <a:spcPts val="2360"/>
        </a:spcBef>
        <a:buChar char="•"/>
        <a:defRPr sz="6615">
          <a:solidFill>
            <a:schemeClr val="tx1"/>
          </a:solidFill>
          <a:latin typeface="+mn-lt"/>
          <a:ea typeface="+mn-lt"/>
          <a:cs typeface="+mn-lt"/>
        </a:defRPr>
      </a:lvl1pPr>
      <a:lvl2pPr marL="1619885" indent="-539750" algn="l">
        <a:lnSpc>
          <a:spcPct val="90000"/>
        </a:lnSpc>
        <a:spcBef>
          <a:spcPts val="1180"/>
        </a:spcBef>
        <a:buChar char="•"/>
        <a:defRPr sz="5670">
          <a:solidFill>
            <a:schemeClr val="tx1"/>
          </a:solidFill>
          <a:latin typeface="+mn-lt"/>
          <a:ea typeface="+mn-lt"/>
          <a:cs typeface="+mn-lt"/>
        </a:defRPr>
      </a:lvl2pPr>
      <a:lvl3pPr marL="2700020" indent="-539750" algn="l">
        <a:lnSpc>
          <a:spcPct val="90000"/>
        </a:lnSpc>
        <a:spcBef>
          <a:spcPts val="1180"/>
        </a:spcBef>
        <a:buChar char="•"/>
        <a:defRPr sz="4725">
          <a:solidFill>
            <a:schemeClr val="tx1"/>
          </a:solidFill>
          <a:latin typeface="+mn-lt"/>
          <a:ea typeface="+mn-lt"/>
          <a:cs typeface="+mn-lt"/>
        </a:defRPr>
      </a:lvl3pPr>
      <a:lvl4pPr marL="3780155" indent="-539750" algn="l">
        <a:lnSpc>
          <a:spcPct val="90000"/>
        </a:lnSpc>
        <a:spcBef>
          <a:spcPts val="1180"/>
        </a:spcBef>
        <a:buChar char="•"/>
        <a:defRPr sz="4250">
          <a:solidFill>
            <a:schemeClr val="tx1"/>
          </a:solidFill>
          <a:latin typeface="+mn-lt"/>
          <a:ea typeface="+mn-lt"/>
          <a:cs typeface="+mn-lt"/>
        </a:defRPr>
      </a:lvl4pPr>
      <a:lvl5pPr marL="4860290" indent="-539750" algn="l">
        <a:lnSpc>
          <a:spcPct val="90000"/>
        </a:lnSpc>
        <a:spcBef>
          <a:spcPts val="1180"/>
        </a:spcBef>
        <a:buChar char="•"/>
        <a:defRPr sz="4250">
          <a:solidFill>
            <a:schemeClr val="tx1"/>
          </a:solidFill>
          <a:latin typeface="+mn-lt"/>
          <a:ea typeface="+mn-lt"/>
          <a:cs typeface="+mn-lt"/>
        </a:defRPr>
      </a:lvl5pPr>
      <a:lvl6pPr marL="5939790" indent="-539750" algn="l">
        <a:lnSpc>
          <a:spcPct val="90000"/>
        </a:lnSpc>
        <a:spcBef>
          <a:spcPts val="1180"/>
        </a:spcBef>
        <a:buChar char="•"/>
        <a:defRPr sz="4250">
          <a:solidFill>
            <a:schemeClr val="tx1"/>
          </a:solidFill>
          <a:latin typeface="+mn-lt"/>
          <a:ea typeface="+mn-lt"/>
          <a:cs typeface="+mn-lt"/>
        </a:defRPr>
      </a:lvl6pPr>
      <a:lvl7pPr marL="7019925" indent="-539750" algn="l">
        <a:lnSpc>
          <a:spcPct val="90000"/>
        </a:lnSpc>
        <a:spcBef>
          <a:spcPts val="1180"/>
        </a:spcBef>
        <a:buChar char="•"/>
        <a:defRPr sz="4250">
          <a:solidFill>
            <a:schemeClr val="tx1"/>
          </a:solidFill>
          <a:latin typeface="+mn-lt"/>
          <a:ea typeface="+mn-lt"/>
          <a:cs typeface="+mn-lt"/>
        </a:defRPr>
      </a:lvl7pPr>
      <a:lvl8pPr marL="8100060" indent="-539750" algn="l">
        <a:lnSpc>
          <a:spcPct val="90000"/>
        </a:lnSpc>
        <a:spcBef>
          <a:spcPts val="1180"/>
        </a:spcBef>
        <a:buChar char="•"/>
        <a:defRPr sz="4250">
          <a:solidFill>
            <a:schemeClr val="tx1"/>
          </a:solidFill>
          <a:latin typeface="+mn-lt"/>
          <a:ea typeface="+mn-lt"/>
          <a:cs typeface="+mn-lt"/>
        </a:defRPr>
      </a:lvl8pPr>
      <a:lvl9pPr marL="9180195" indent="-539750" algn="l">
        <a:lnSpc>
          <a:spcPct val="90000"/>
        </a:lnSpc>
        <a:spcBef>
          <a:spcPts val="1180"/>
        </a:spcBef>
        <a:buChar char="•"/>
        <a:defRPr sz="425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4250">
          <a:solidFill>
            <a:schemeClr val="tx1"/>
          </a:solidFill>
          <a:latin typeface="+mn-lt"/>
          <a:ea typeface="+mn-lt"/>
          <a:cs typeface="+mn-lt"/>
        </a:defRPr>
      </a:lvl1pPr>
      <a:lvl2pPr marL="1080135" algn="l">
        <a:buNone/>
        <a:defRPr sz="4250">
          <a:solidFill>
            <a:schemeClr val="tx1"/>
          </a:solidFill>
          <a:latin typeface="+mn-lt"/>
          <a:ea typeface="+mn-lt"/>
          <a:cs typeface="+mn-lt"/>
        </a:defRPr>
      </a:lvl2pPr>
      <a:lvl3pPr marL="2160270" algn="l">
        <a:buNone/>
        <a:defRPr sz="4250">
          <a:solidFill>
            <a:schemeClr val="tx1"/>
          </a:solidFill>
          <a:latin typeface="+mn-lt"/>
          <a:ea typeface="+mn-lt"/>
          <a:cs typeface="+mn-lt"/>
        </a:defRPr>
      </a:lvl3pPr>
      <a:lvl4pPr marL="3239770" algn="l">
        <a:buNone/>
        <a:defRPr sz="4250">
          <a:solidFill>
            <a:schemeClr val="tx1"/>
          </a:solidFill>
          <a:latin typeface="+mn-lt"/>
          <a:ea typeface="+mn-lt"/>
          <a:cs typeface="+mn-lt"/>
        </a:defRPr>
      </a:lvl4pPr>
      <a:lvl5pPr marL="4319905" algn="l">
        <a:buNone/>
        <a:defRPr sz="4250">
          <a:solidFill>
            <a:schemeClr val="tx1"/>
          </a:solidFill>
          <a:latin typeface="+mn-lt"/>
          <a:ea typeface="+mn-lt"/>
          <a:cs typeface="+mn-lt"/>
        </a:defRPr>
      </a:lvl5pPr>
      <a:lvl6pPr marL="5400040" algn="l">
        <a:buNone/>
        <a:defRPr sz="4250">
          <a:solidFill>
            <a:schemeClr val="tx1"/>
          </a:solidFill>
          <a:latin typeface="+mn-lt"/>
          <a:ea typeface="+mn-lt"/>
          <a:cs typeface="+mn-lt"/>
        </a:defRPr>
      </a:lvl6pPr>
      <a:lvl7pPr marL="6480175" algn="l">
        <a:buNone/>
        <a:defRPr sz="4250">
          <a:solidFill>
            <a:schemeClr val="tx1"/>
          </a:solidFill>
          <a:latin typeface="+mn-lt"/>
          <a:ea typeface="+mn-lt"/>
          <a:cs typeface="+mn-lt"/>
        </a:defRPr>
      </a:lvl7pPr>
      <a:lvl8pPr marL="7559675" algn="l">
        <a:buNone/>
        <a:defRPr sz="4250">
          <a:solidFill>
            <a:schemeClr val="tx1"/>
          </a:solidFill>
          <a:latin typeface="+mn-lt"/>
          <a:ea typeface="+mn-lt"/>
          <a:cs typeface="+mn-lt"/>
        </a:defRPr>
      </a:lvl8pPr>
      <a:lvl9pPr marL="8639810" algn="l">
        <a:buNone/>
        <a:defRPr sz="42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249680" y="2057400"/>
            <a:ext cx="1909953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6000">
                <a:solidFill>
                  <a:schemeClr val="bg1"/>
                </a:solidFill>
                <a:latin typeface="Times New Roman" panose="02020503050405090304" charset="0"/>
                <a:cs typeface="Times New Roman" panose="02020503050405090304" charset="0"/>
              </a:rPr>
              <a:t>Exploring Useful Predictive Representations for Streaming RL under Partial Observability</a:t>
            </a:r>
            <a:endParaRPr lang="en-US" altLang="zh-CN" sz="6000">
              <a:solidFill>
                <a:schemeClr val="bg1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30680" y="4394200"/>
            <a:ext cx="190995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4800">
                <a:solidFill>
                  <a:schemeClr val="bg1"/>
                </a:solidFill>
                <a:latin typeface="Times New Roman" panose="02020503050405090304" charset="0"/>
                <a:cs typeface="Times New Roman" panose="02020503050405090304" charset="0"/>
              </a:rPr>
              <a:t>Group Members: Xinwei Song, Yuqi Wei, Mingzhu Li, Peng Yu</a:t>
            </a:r>
            <a:endParaRPr lang="en-US" altLang="zh-CN" sz="4800">
              <a:solidFill>
                <a:schemeClr val="bg1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</Words>
  <Application>WPS 演示</Application>
  <PresentationFormat>Converted Presentation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方正雅意黑 GB18030L2</vt:lpstr>
      <vt:lpstr>宋体</vt:lpstr>
      <vt:lpstr>Arial Unicode MS</vt:lpstr>
      <vt:lpstr>Aptos Display</vt:lpstr>
      <vt:lpstr>Helvetica Neue</vt:lpstr>
      <vt:lpstr>汉仪书宋二KW</vt:lpstr>
      <vt:lpstr>Aptos</vt:lpstr>
      <vt:lpstr>等线</vt:lpstr>
      <vt:lpstr>汉仪中等线KW</vt:lpstr>
      <vt:lpstr>Calibri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yupeng</cp:lastModifiedBy>
  <cp:revision>5</cp:revision>
  <dcterms:created xsi:type="dcterms:W3CDTF">2026-07-21T07:18:51Z</dcterms:created>
  <dcterms:modified xsi:type="dcterms:W3CDTF">2026-07-21T07:18:51Z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2052-12.1.26035.26035</vt:lpwstr>
  </property>
  <property fmtid="{D5CDD505-2E9C-101B-9397-08002B2CF9AE}" pid="3" name="ICV">
    <vt:lpwstr>A8180EEF81BE6DD8801A5F6A9F2BD406_42</vt:lpwstr>
  </property>
</Properties>
</file>